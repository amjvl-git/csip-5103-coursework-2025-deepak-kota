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6CAD69-DC36-4918-AB8E-2F26E996BF64}" v="1" dt="2025-11-04T15:01:04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28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936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86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825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03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49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96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909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263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37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027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2592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453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7872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97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9094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822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29C96-3C8F-464A-8CF6-94AFA97E434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681E8D8-5A0A-4BDE-9F86-FBD1AC193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647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45824-87FA-BD43-BEF0-291E2195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577" y="472218"/>
            <a:ext cx="9546566" cy="1483103"/>
          </a:xfrm>
        </p:spPr>
        <p:txBody>
          <a:bodyPr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Image Classification Accuracy on Fashion-MNIST Dataset Using ANN, CNN, and Conditional GAN Augmentation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9532E-9838-C6BD-FED5-B5DD5B49E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8441" y="3220529"/>
            <a:ext cx="7766936" cy="2173856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 Deepak Venkatesh Kota</a:t>
            </a:r>
          </a:p>
          <a:p>
            <a:pPr algn="l"/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Id    : P2896357</a:t>
            </a:r>
          </a:p>
          <a:p>
            <a:pPr algn="l"/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name: Artificial Neural Networks &amp; NLP</a:t>
            </a:r>
          </a:p>
          <a:p>
            <a:pPr algn="l"/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Code: CSIP5103</a:t>
            </a:r>
          </a:p>
          <a:p>
            <a:pPr algn="l"/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Montfort University</a:t>
            </a:r>
          </a:p>
          <a:p>
            <a:pPr algn="l"/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04-11-2025</a:t>
            </a:r>
          </a:p>
          <a:p>
            <a:pPr algn="l"/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2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135F-23D0-9129-976A-38812989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B5E30F-69D6-E5AF-8AEB-05DD633AF3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4923" y="2102784"/>
            <a:ext cx="9008678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Artificial Neural Networks (ANN) and Convolutional Neural Networks (CNN) are some of the most popular methods for image classification tasks.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dataset Fashion-MNIST is a reliable and difficult way for testing the performance of models.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While CNNs excel at capturing visual and spatial aspects of an image, ANNs have difficulty capturing complex image patterns.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Generative Adversarial Networks (GANs) are used to generate synthetic data to increase samples for scarce and imbalanced datasets.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study examines the effect of Conditional GAN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cGAN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on classification when used in combined  with CNN.</a:t>
            </a:r>
          </a:p>
        </p:txBody>
      </p:sp>
    </p:spTree>
    <p:extLst>
      <p:ext uri="{BB962C8B-B14F-4D97-AF65-F5344CB8AC3E}">
        <p14:creationId xmlns:p14="http://schemas.microsoft.com/office/powerpoint/2010/main" val="769748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1215A-3024-8FEE-2842-0C12AC49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/ Goals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6B42E5-3168-F825-EE7E-1D99A7E6A3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049" y="2276942"/>
            <a:ext cx="948459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 initiate the design and training of ANN and CNN models for classification of Fashion-MNIST images.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 create a Conditional GAN (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cGAN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) that provides extra synthetic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undersampled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class observations.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 test the comparison of CNN baseline models to GAN-augmented CNN models.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 validate the models against Accuracy, Precision, Recall and F1-score measures.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 evaluate how GAN-augmented models generalize over sample size increase.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 understand the potential benefits and drawbacks of generative learning and its use in conjunction with traditional classification methods.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814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FF33-8D58-1766-EBBB-B2DA49C98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 and innovation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104B97-F171-D0E1-7E88-0EEF2FE9D5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734152"/>
            <a:ext cx="9179783" cy="4078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Implemented three models: ANN, CNN, and CNN +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cGAN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augmentation.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TensorFlow/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on Google Colab (T4 GPU).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Dataset split: 54,000 train / 6,000 validation / 10,000 test.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Evaluation using confusion matrices, classification reports, and visual comparisons.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Framework workflow: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→ Preprocessing → ANN/CNN training →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cGAN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synthesis → Augmented CNN training.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Innovation: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Utilized a Conditional GAN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cGAN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model to produce synthetic images for selected classes, diversifying the dataset and increasing class balance.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Established a hybrid deep learning pipeline introducing the combination of classification (CNN) and generative modeling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cGAN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- demonstrating a novel approach to data augmentation in image recognition.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782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7DFAE-9BFD-A66A-3D2D-D66CA3F0B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/Inputs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63D4C2-CAB4-7FF2-AF19-8AFC319B86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2096" y="1154174"/>
            <a:ext cx="8596668" cy="3880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Fashion-MNIST (10 clothing categories, 28×28 grayscale images).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Normalized to [0,1] for ANN/CNN and [-1,1] for GAN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split into training, validation, and test 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Classes for GAN: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T-shirt/top, Pullover, Coat, Shirt.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Python, TensorFlow/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NumPy, Matplotlib, scikit-learn.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983468-46B0-C93D-32E8-A4591AFB2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4019719"/>
            <a:ext cx="9155194" cy="293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561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4A60A-0077-C910-B41E-BA91C55F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FAA555-CE0F-ABF3-5CF4-B324F5C6A4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 Model: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connected layers (512 → 256 → 128 → 10).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Model: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convolutional layers with pooling and dropout.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cGAN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Generator &amp; Discriminator trained on targeted classes for 6–20 epochs.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Stages: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ANN → Train CNN → Train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Train CNN on real + synthetic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test accuracy and macro metrics (Precision, Recall, F1).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07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01B74-0AC9-DCA9-C327-445E9A7DC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51" y="586596"/>
            <a:ext cx="8596668" cy="1320800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7EDF7B-FFCF-E072-9D27-D28CC0426E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2151" y="3429000"/>
            <a:ext cx="85234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outperformed ANN due to spatial feature extraction.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generated blurred images, leading to slightly lower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 GAN training epochs (6–20) and pixel normalization limited image clarity.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matrices and bar graphs showed class-wise performance comparison.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D49765-2A86-A784-1649-1BDCE9B55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444664"/>
              </p:ext>
            </p:extLst>
          </p:nvPr>
        </p:nvGraphicFramePr>
        <p:xfrm>
          <a:off x="585849" y="1811020"/>
          <a:ext cx="8596310" cy="1737360"/>
        </p:xfrm>
        <a:graphic>
          <a:graphicData uri="http://schemas.openxmlformats.org/drawingml/2006/table">
            <a:tbl>
              <a:tblPr/>
              <a:tblGrid>
                <a:gridCol w="1719262">
                  <a:extLst>
                    <a:ext uri="{9D8B030D-6E8A-4147-A177-3AD203B41FA5}">
                      <a16:colId xmlns:a16="http://schemas.microsoft.com/office/drawing/2014/main" val="3697221973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207378435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89111346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3660194049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3184282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 (%)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Precision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Recall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F1-Score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41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467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29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 + </a:t>
                      </a: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cGAN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(Aug.)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148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53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F34D-EBF3-0C5B-FFAB-D26A61A9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430C8B-53D6-047A-C91C-CAC09F72EC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0594" y="2464212"/>
            <a:ext cx="809860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models provide superior accuracy by learning spatial hierarchies in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GAN augmentation improved class balance but not overall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Synthetic samples lacked fine texture, affecting discriminative 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GAN training stability and image sharpness are key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Despite lower accuracy, the approach proved useful for exploring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scarcity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732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AE28-438F-34AE-FB2B-590B240AC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Conclusion /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72889B-5F4A-AC46-511B-519300C4F1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0594" y="2413338"/>
            <a:ext cx="892674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CNNs achieved better performance than ANNs in image classification tasks.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GAN-based augmentation has some value but requires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optimising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improved results. 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Successfully demonstrating a full depth learning pipeline with classifiers and generators.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Reinforces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value of GAN-augmented CNNs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addressing class imbalance and data limitations.</a:t>
            </a:r>
          </a:p>
        </p:txBody>
      </p:sp>
    </p:spTree>
    <p:extLst>
      <p:ext uri="{BB962C8B-B14F-4D97-AF65-F5344CB8AC3E}">
        <p14:creationId xmlns:p14="http://schemas.microsoft.com/office/powerpoint/2010/main" val="3712050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8673-6C03-BFC5-B665-EBB693F8C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 / Acknowledgments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7CFE8-3984-BE0A-67C4-59868A65C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Future Work: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Train GANs for more epochs to improve image sharpness.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Experiment with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advanced models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like DCGAN or StyleGAN.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Combine GANs with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transfer learning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for better generalization.</a:t>
            </a:r>
          </a:p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Acknowledgments: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 Montfort University – CSIP5304 Module.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TensorFlow and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frameworks.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Fashion-MNIST dataset contributors.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15766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128</TotalTime>
  <Words>760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Trebuchet MS</vt:lpstr>
      <vt:lpstr>Wingdings</vt:lpstr>
      <vt:lpstr>Wingdings 3</vt:lpstr>
      <vt:lpstr>Facet</vt:lpstr>
      <vt:lpstr>Image Classification Accuracy on Fashion-MNIST Dataset Using ANN, CNN, and Conditional GAN Augmentation</vt:lpstr>
      <vt:lpstr>Introduction</vt:lpstr>
      <vt:lpstr>Objectives / Goals</vt:lpstr>
      <vt:lpstr>Methodology and innovation</vt:lpstr>
      <vt:lpstr>Data /Inputs</vt:lpstr>
      <vt:lpstr>Implementation</vt:lpstr>
      <vt:lpstr>Results</vt:lpstr>
      <vt:lpstr>Interpretation</vt:lpstr>
      <vt:lpstr>Conclusion / Summary</vt:lpstr>
      <vt:lpstr>Future Work / Acknowledgments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venkatesh</dc:creator>
  <cp:lastModifiedBy>deepak venkatesh</cp:lastModifiedBy>
  <cp:revision>2</cp:revision>
  <dcterms:created xsi:type="dcterms:W3CDTF">2025-11-04T13:15:53Z</dcterms:created>
  <dcterms:modified xsi:type="dcterms:W3CDTF">2025-11-04T15:25:07Z</dcterms:modified>
</cp:coreProperties>
</file>